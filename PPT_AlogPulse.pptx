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85800"/>
            <a:ext cx="164592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AI CODE REVIEWER &amp; SKILL INTELLIGENCE PLATFORM</a:t>
            </a:r>
          </a:p>
          <a:p>
            <a:pPr>
              <a:spcAft>
                <a:spcPts val="800"/>
              </a:spcAft>
              <a:defRPr sz="5800" b="1">
                <a:solidFill>
                  <a:srgbClr val="0F172A"/>
                </a:solidFill>
              </a:defRPr>
            </a:pPr>
            <a:r>
              <a:t>AlgoPulse</a:t>
            </a:r>
          </a:p>
          <a:p>
            <a:pPr>
              <a:spcAft>
                <a:spcPts val="1400"/>
              </a:spcAft>
              <a:defRPr sz="2400" b="1">
                <a:solidFill>
                  <a:srgbClr val="059669"/>
                </a:solidFill>
              </a:defRPr>
            </a:pPr>
            <a:r>
              <a:t>Look Beyond 'Accepted': Evaluate Your Approach, Get Hints, and Never Forget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A unified coding mentor working directly inside Chrome (LeetCode, GFG, HackerRank), VS Code, and a live Next.js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069080"/>
            <a:ext cx="10725912" cy="2194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069080"/>
            <a:ext cx="1072591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4325112"/>
            <a:ext cx="10140696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Project Team &amp; Guide Details</a:t>
            </a:r>
          </a:p>
          <a:p>
            <a:pPr>
              <a:spcAft>
                <a:spcPts val="1100"/>
              </a:spcAft>
            </a:pPr>
            <a:r>
              <a:rPr b="1" sz="1600">
                <a:solidFill>
                  <a:srgbClr val="2563EB"/>
                </a:solidFill>
              </a:rPr>
              <a:t>• Project Lead: </a:t>
            </a:r>
            <a:r>
              <a:rPr b="0" sz="1600">
                <a:solidFill>
                  <a:srgbClr val="1E293B"/>
                </a:solidFill>
              </a:rPr>
              <a:t>Rohith Bheemini</a:t>
            </a:r>
          </a:p>
          <a:p>
            <a:pPr>
              <a:spcAft>
                <a:spcPts val="1100"/>
              </a:spcAft>
            </a:pPr>
            <a:r>
              <a:rPr b="1" sz="1600">
                <a:solidFill>
                  <a:srgbClr val="2563EB"/>
                </a:solidFill>
              </a:rPr>
              <a:t>• Team Members: </a:t>
            </a:r>
            <a:r>
              <a:rPr b="0" sz="1600">
                <a:solidFill>
                  <a:srgbClr val="1E293B"/>
                </a:solidFill>
              </a:rPr>
              <a:t>[Member 2 Name &amp; Roll No.]   •   [Member 3 Name &amp; Roll No.]   •   [Member 4 Name &amp; Roll No.]</a:t>
            </a:r>
          </a:p>
          <a:p>
            <a:pPr>
              <a:spcAft>
                <a:spcPts val="1100"/>
              </a:spcAft>
            </a:pPr>
            <a:r>
              <a:rPr b="1" sz="1600">
                <a:solidFill>
                  <a:srgbClr val="2563EB"/>
                </a:solidFill>
              </a:rPr>
              <a:t>• Project Guide: </a:t>
            </a:r>
            <a:r>
              <a:rPr b="0" sz="1600">
                <a:solidFill>
                  <a:srgbClr val="1E293B"/>
                </a:solidFill>
              </a:rPr>
              <a:t>[Guide Name &amp; Designation]   •  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SLIDE 2 •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Problem Currently &amp; How It Affects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Three major problems every student faces while practicing coding problems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47088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33375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1. The 'Accepted' Trap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C2626"/>
                </a:solidFill>
              </a:rPr>
              <a:t>• What Happens: </a:t>
            </a:r>
            <a:r>
              <a:rPr b="0" sz="1550">
                <a:solidFill>
                  <a:srgbClr val="1E293B"/>
                </a:solidFill>
              </a:rPr>
              <a:t>Platforms like LeetCode only say 'Accepted' or 'Wrong Answer'.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C2626"/>
                </a:solidFill>
              </a:rPr>
              <a:t>• The Hidden Flaw: </a:t>
            </a:r>
            <a:r>
              <a:rPr b="0" sz="1550">
                <a:solidFill>
                  <a:srgbClr val="1E293B"/>
                </a:solidFill>
              </a:rPr>
              <a:t>Slow brute-force code (O(N²)) still passes when test cases are small.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C2626"/>
                </a:solidFill>
              </a:rPr>
              <a:t>• How It Hurts Us: </a:t>
            </a:r>
            <a:r>
              <a:rPr b="0" sz="1550">
                <a:solidFill>
                  <a:srgbClr val="1E293B"/>
                </a:solidFill>
              </a:rPr>
              <a:t>We think we mastered the problem, but get rejected in real interviews for slow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2057400"/>
            <a:ext cx="33375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2. ChatGPT Spoils Answers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What Happens: </a:t>
            </a:r>
            <a:r>
              <a:rPr b="0" sz="1550">
                <a:solidFill>
                  <a:srgbClr val="1E293B"/>
                </a:solidFill>
              </a:rPr>
              <a:t>When stuck, students copy-paste their code into ChatGPT.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The Hidden Flaw: </a:t>
            </a:r>
            <a:r>
              <a:rPr b="0" sz="1550">
                <a:solidFill>
                  <a:srgbClr val="1E293B"/>
                </a:solidFill>
              </a:rPr>
              <a:t>ChatGPT immediately gives the full working code instead of teaching.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How It Hurts Us: </a:t>
            </a:r>
            <a:r>
              <a:rPr b="0" sz="1550">
                <a:solidFill>
                  <a:srgbClr val="1E293B"/>
                </a:solidFill>
              </a:rPr>
              <a:t>Spoiling the answer stops our brain from learning, and switching tabs breaks focus.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2057400"/>
            <a:ext cx="33375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3. We Forget What We Solve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What Happens: </a:t>
            </a:r>
            <a:r>
              <a:rPr b="0" sz="1550">
                <a:solidFill>
                  <a:srgbClr val="1E293B"/>
                </a:solidFill>
              </a:rPr>
              <a:t>We solve 100 problems this month and move on.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The Hidden Flaw: </a:t>
            </a:r>
            <a:r>
              <a:rPr b="0" sz="1550">
                <a:solidFill>
                  <a:srgbClr val="1E293B"/>
                </a:solidFill>
              </a:rPr>
              <a:t>No coding site tracks memory loss or tells us when to revise.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How It Hurts Us: </a:t>
            </a:r>
            <a:r>
              <a:rPr b="0" sz="1550">
                <a:solidFill>
                  <a:srgbClr val="1E293B"/>
                </a:solidFill>
              </a:rPr>
              <a:t>Two months later in the interview room, we forget the exact pattern we practiced.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SLIDE 3 • LITERATURE REVIEW (2024–2026)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Research We Have Done to Solve This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Verified 2024–2026 research papers that proved these gaps and guided our solution.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47088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33375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1. Code Efficiency Gaps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C2626"/>
                </a:solidFill>
              </a:rPr>
              <a:t>• Papers (2024–2026): </a:t>
            </a:r>
            <a:r>
              <a:rPr b="0" sz="1500">
                <a:solidFill>
                  <a:srgbClr val="1E293B"/>
                </a:solidFill>
              </a:rPr>
              <a:t>EffiBench (NeurIPS 2024), BigO(Bench) (2025), &amp; Khan et al. (2026).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C2626"/>
                </a:solidFill>
              </a:rPr>
              <a:t>• What They Found: </a:t>
            </a:r>
            <a:r>
              <a:rPr b="0" sz="1500">
                <a:solidFill>
                  <a:srgbClr val="1E293B"/>
                </a:solidFill>
              </a:rPr>
              <a:t>Passed LeetCode code is often 13x slower and uses 43x more memory than optimal code.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C2626"/>
                </a:solidFill>
              </a:rPr>
              <a:t>• How We Solved It: </a:t>
            </a:r>
            <a:r>
              <a:rPr b="0" sz="1500">
                <a:solidFill>
                  <a:srgbClr val="1E293B"/>
                </a:solidFill>
              </a:rPr>
              <a:t>We built a 4-Pillar Score (0–100) that grades Approach, Time, Space, and Code Style.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2057400"/>
            <a:ext cx="33375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2. Socratic Hints vs. Spoiling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97706"/>
                </a:solidFill>
              </a:rPr>
              <a:t>• Papers (2024–2025): </a:t>
            </a:r>
            <a:r>
              <a:rPr b="0" sz="1500">
                <a:solidFill>
                  <a:srgbClr val="1E293B"/>
                </a:solidFill>
              </a:rPr>
              <a:t>CodeAid (ACM CHI 2024) &amp; Al-Hossami et al. (ACM SIGCSE 2024 / 2025).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97706"/>
                </a:solidFill>
              </a:rPr>
              <a:t>• What They Found: </a:t>
            </a:r>
            <a:r>
              <a:rPr b="0" sz="1500">
                <a:solidFill>
                  <a:srgbClr val="1E293B"/>
                </a:solidFill>
              </a:rPr>
              <a:t>700-student study showed direct AI answers harm learning; step-by-step hints work best.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97706"/>
                </a:solidFill>
              </a:rPr>
              <a:t>• How We Solved It: </a:t>
            </a:r>
            <a:r>
              <a:rPr b="0" sz="1500">
                <a:solidFill>
                  <a:srgbClr val="1E293B"/>
                </a:solidFill>
              </a:rPr>
              <a:t>We built 3-Step Progressive Hints that guide your thinking without giving away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2057400"/>
            <a:ext cx="33375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3. In-Editor Flow &amp; Memory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059669"/>
                </a:solidFill>
              </a:rPr>
              <a:t>• Papers (2024–2026): </a:t>
            </a:r>
            <a:r>
              <a:rPr b="0" sz="1500">
                <a:solidFill>
                  <a:srgbClr val="1E293B"/>
                </a:solidFill>
              </a:rPr>
              <a:t>Nam et al. (ICSE 2024), Pantelaios (NDSS 2024), LECTOR (2025), &amp; Schill (2026).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059669"/>
                </a:solidFill>
              </a:rPr>
              <a:t>• What They Found: </a:t>
            </a:r>
            <a:r>
              <a:rPr b="0" sz="1500">
                <a:solidFill>
                  <a:srgbClr val="1E293B"/>
                </a:solidFill>
              </a:rPr>
              <a:t>In-editor tools save time, and grouping problems by concept prevents forgetting.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059669"/>
                </a:solidFill>
              </a:rPr>
              <a:t>• How We Solved It: </a:t>
            </a:r>
            <a:r>
              <a:rPr b="0" sz="1500">
                <a:solidFill>
                  <a:srgbClr val="1E293B"/>
                </a:solidFill>
              </a:rPr>
              <a:t>Chrome &amp; VS Code extensions synced to a 14-Pattern Spaced Repetition Reminder.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SLIDE 4 • OUR SOLUTION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Implementation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Three core components working together to coach developers in real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47088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33375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1. Chrome &amp; VS Code Extensions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Browser Extension: </a:t>
            </a:r>
            <a:r>
              <a:rPr b="0" sz="1550">
                <a:solidFill>
                  <a:srgbClr val="1E293B"/>
                </a:solidFill>
              </a:rPr>
              <a:t>Works directly on LeetCode, GeeksforGeeks, and HackerRank with 1 click.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VS Code Extension: </a:t>
            </a:r>
            <a:r>
              <a:rPr b="0" sz="1550">
                <a:solidFill>
                  <a:srgbClr val="1E293B"/>
                </a:solidFill>
              </a:rPr>
              <a:t>Press Ctrl+Alt+A to review local Python, C++, Java, or JS files.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Zero Copy-Paste: </a:t>
            </a:r>
            <a:r>
              <a:rPr b="0" sz="1550">
                <a:solidFill>
                  <a:srgbClr val="1E293B"/>
                </a:solidFill>
              </a:rPr>
              <a:t>Reads your code automatically and opens a clean side panel.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2057400"/>
            <a:ext cx="33375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2. 4-Pillar Score &amp; 3-Step Hints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59669"/>
                </a:solidFill>
              </a:rPr>
              <a:t>• 100-Point Score: </a:t>
            </a:r>
            <a:r>
              <a:rPr b="0" sz="1550">
                <a:solidFill>
                  <a:srgbClr val="1E293B"/>
                </a:solidFill>
              </a:rPr>
              <a:t>35 pts Approach + 25 pts Time + 20 pts Space + 20 pts Clean Code.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59669"/>
                </a:solidFill>
              </a:rPr>
              <a:t>• 3-Step Hints: </a:t>
            </a:r>
            <a:r>
              <a:rPr b="0" sz="1550">
                <a:solidFill>
                  <a:srgbClr val="1E293B"/>
                </a:solidFill>
              </a:rPr>
              <a:t>Hint 1 (Clue) -&gt; Hint 2 (Data Structure) -&gt; Hint 3 (Logic Steps).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59669"/>
                </a:solidFill>
              </a:rPr>
              <a:t>• Interview Curveballs: </a:t>
            </a:r>
            <a:r>
              <a:rPr b="0" sz="1550">
                <a:solidFill>
                  <a:srgbClr val="1E293B"/>
                </a:solidFill>
              </a:rPr>
              <a:t>Asks senior follow-up questions like 'What if input size is 10¹²?'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2057400"/>
            <a:ext cx="33375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3. Smart Revision Dashboard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16-Week Heatmap: </a:t>
            </a:r>
            <a:r>
              <a:rPr b="0" sz="1550">
                <a:solidFill>
                  <a:srgbClr val="1E293B"/>
                </a:solidFill>
              </a:rPr>
              <a:t>Tracks daily coding streaks across all 4 platforms in one place.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14 Coding Patterns: </a:t>
            </a:r>
            <a:r>
              <a:rPr b="0" sz="1550">
                <a:solidFill>
                  <a:srgbClr val="1E293B"/>
                </a:solidFill>
              </a:rPr>
              <a:t>Shows your strong and weak topics (Two Pointers, DP, Graphs).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Forgetting Alerts: </a:t>
            </a:r>
            <a:r>
              <a:rPr b="0" sz="1550">
                <a:solidFill>
                  <a:srgbClr val="1E293B"/>
                </a:solidFill>
              </a:rPr>
              <a:t>Reminds you to revise old problems right before you forget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SLIDE 5 •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How Web Coding Platforms, VS Code, Google Gemini AI, and the Next.js Dashboard connect.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47088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SLIDE 6 •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Tech Stack Explanation (100% Free Tools)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Simple, fast, and 100% free technologies so any student can use it at zero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47088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33375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1. Extensions (Front-End)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Chrome Manifest V3: </a:t>
            </a:r>
            <a:r>
              <a:rPr b="0" sz="1550">
                <a:solidFill>
                  <a:srgbClr val="1E293B"/>
                </a:solidFill>
              </a:rPr>
              <a:t>Latest secure Chrome standard; reads code from LeetCode &amp; GFG editors.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VS Code Extension API: </a:t>
            </a:r>
            <a:r>
              <a:rPr b="0" sz="1550">
                <a:solidFill>
                  <a:srgbClr val="1E293B"/>
                </a:solidFill>
              </a:rPr>
              <a:t>Built with TypeScript &amp; esbuild into a tiny 33 KB package.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Shadow DOM UI: </a:t>
            </a:r>
            <a:r>
              <a:rPr b="0" sz="1550">
                <a:solidFill>
                  <a:srgbClr val="1E293B"/>
                </a:solidFill>
              </a:rPr>
              <a:t>Keeps our review panel clean without breaking the website's 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2057400"/>
            <a:ext cx="33375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2. AI Brain (Evaluation)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59669"/>
                </a:solidFill>
              </a:rPr>
              <a:t>• Google Gemini Flash API: </a:t>
            </a:r>
            <a:r>
              <a:rPr b="0" sz="1550">
                <a:solidFill>
                  <a:srgbClr val="1E293B"/>
                </a:solidFill>
              </a:rPr>
              <a:t>100% free tier via Google AI Studio; reviews code in under 2 seconds.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59669"/>
                </a:solidFill>
              </a:rPr>
              <a:t>• Auto-Model Switcher: </a:t>
            </a:r>
            <a:r>
              <a:rPr b="0" sz="1550">
                <a:solidFill>
                  <a:srgbClr val="1E293B"/>
                </a:solidFill>
              </a:rPr>
              <a:t>Automatically picks the fastest working Gemini Flash model.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59669"/>
                </a:solidFill>
              </a:rPr>
              <a:t>• Zero Laptop Load: </a:t>
            </a:r>
            <a:r>
              <a:rPr b="0" sz="1550">
                <a:solidFill>
                  <a:srgbClr val="1E293B"/>
                </a:solidFill>
              </a:rPr>
              <a:t>Runs in the cloud—no heavy GPU or RAM needed on student laptops.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2057400"/>
            <a:ext cx="33375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3. Dashboard &amp; Database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Next.js 14 &amp; Tailwind CSS: </a:t>
            </a:r>
            <a:r>
              <a:rPr b="0" sz="1550">
                <a:solidFill>
                  <a:srgbClr val="1E293B"/>
                </a:solidFill>
              </a:rPr>
              <a:t>Powers both the web dashboard and backend API routes.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Supabase PostgreSQL: </a:t>
            </a:r>
            <a:r>
              <a:rPr b="0" sz="1550">
                <a:solidFill>
                  <a:srgbClr val="1E293B"/>
                </a:solidFill>
              </a:rPr>
              <a:t>Free cloud database that securely stores each user's progress.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Local JSON Backup: </a:t>
            </a:r>
            <a:r>
              <a:rPr b="0" sz="1550">
                <a:solidFill>
                  <a:srgbClr val="1E293B"/>
                </a:solidFill>
              </a:rPr>
              <a:t>Saves a local copy on disk so the dashboard works even without internet.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SLIDE 7 • STEP-BY-STEP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How the Complete Workflow Operates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Four simple steps from writing code to tracking long-term mastery.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47088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51460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2514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192938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Step 1: Write Code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2563EB"/>
                </a:solidFill>
              </a:rPr>
              <a:t>• On Web: </a:t>
            </a:r>
            <a:r>
              <a:rPr b="0" sz="1500">
                <a:solidFill>
                  <a:srgbClr val="1E293B"/>
                </a:solidFill>
              </a:rPr>
              <a:t>Click 'Analyze Code' on LeetCode or GFG.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2563EB"/>
                </a:solidFill>
              </a:rPr>
              <a:t>• On Desktop: </a:t>
            </a:r>
            <a:r>
              <a:rPr b="0" sz="1500">
                <a:solidFill>
                  <a:srgbClr val="1E293B"/>
                </a:solidFill>
              </a:rPr>
              <a:t>Press Ctrl+Alt+A in VS Code.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2563EB"/>
                </a:solidFill>
              </a:rPr>
              <a:t>• Auto-Read: </a:t>
            </a:r>
            <a:r>
              <a:rPr b="0" sz="1500">
                <a:solidFill>
                  <a:srgbClr val="1E293B"/>
                </a:solidFill>
              </a:rPr>
              <a:t>Extension grabs your code and problem title.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2057400"/>
            <a:ext cx="251460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65576" y="2057400"/>
            <a:ext cx="25146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2313432"/>
            <a:ext cx="192938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Step 2: AI Review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059669"/>
                </a:solidFill>
              </a:rPr>
              <a:t>• Fast Check: </a:t>
            </a:r>
            <a:r>
              <a:rPr b="0" sz="1500">
                <a:solidFill>
                  <a:srgbClr val="1E293B"/>
                </a:solidFill>
              </a:rPr>
              <a:t>Sent securely to Google Gemini Flash.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059669"/>
                </a:solidFill>
              </a:rPr>
              <a:t>• Score (0–100): </a:t>
            </a:r>
            <a:r>
              <a:rPr b="0" sz="1500">
                <a:solidFill>
                  <a:srgbClr val="1E293B"/>
                </a:solidFill>
              </a:rPr>
              <a:t>Grades Approach, Time, Space, and Style.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059669"/>
                </a:solidFill>
              </a:rPr>
              <a:t>• Big-O Check: </a:t>
            </a:r>
            <a:r>
              <a:rPr b="0" sz="1500">
                <a:solidFill>
                  <a:srgbClr val="1E293B"/>
                </a:solidFill>
              </a:rPr>
              <a:t>Compares your speed vs. best speed.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057400"/>
            <a:ext cx="251460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057400"/>
            <a:ext cx="2514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13432"/>
            <a:ext cx="192938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Step 3: Learn &amp; Fix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97706"/>
                </a:solidFill>
              </a:rPr>
              <a:t>• Side Panel: </a:t>
            </a:r>
            <a:r>
              <a:rPr b="0" sz="1500">
                <a:solidFill>
                  <a:srgbClr val="1E293B"/>
                </a:solidFill>
              </a:rPr>
              <a:t>See exact bottlenecks right next to your code.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97706"/>
                </a:solidFill>
              </a:rPr>
              <a:t>• 3-Step Hints: </a:t>
            </a:r>
            <a:r>
              <a:rPr b="0" sz="1500">
                <a:solidFill>
                  <a:srgbClr val="1E293B"/>
                </a:solidFill>
              </a:rPr>
              <a:t>Unlock hints one by one without spoilers.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97706"/>
                </a:solidFill>
              </a:rPr>
              <a:t>• 1-Click Insert: </a:t>
            </a:r>
            <a:r>
              <a:rPr b="0" sz="1500">
                <a:solidFill>
                  <a:srgbClr val="1E293B"/>
                </a:solidFill>
              </a:rPr>
              <a:t>Insert optimal reference code when done.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2057400"/>
            <a:ext cx="251460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33688" y="2057400"/>
            <a:ext cx="25146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2313432"/>
            <a:ext cx="192938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Step 4: Live Sync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C2626"/>
                </a:solidFill>
              </a:rPr>
              <a:t>• Auto-Save: </a:t>
            </a:r>
            <a:r>
              <a:rPr b="0" sz="1500">
                <a:solidFill>
                  <a:srgbClr val="1E293B"/>
                </a:solidFill>
              </a:rPr>
              <a:t>Sent to Next.js API and Supabase DB.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C2626"/>
                </a:solidFill>
              </a:rPr>
              <a:t>• Live Update: </a:t>
            </a:r>
            <a:r>
              <a:rPr b="0" sz="1500">
                <a:solidFill>
                  <a:srgbClr val="1E293B"/>
                </a:solidFill>
              </a:rPr>
              <a:t>Dashboard updates in 5 seconds automatically.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DC2626"/>
                </a:solidFill>
              </a:rPr>
              <a:t>• Revision Queue: </a:t>
            </a:r>
            <a:r>
              <a:rPr b="0" sz="1500">
                <a:solidFill>
                  <a:srgbClr val="1E293B"/>
                </a:solidFill>
              </a:rPr>
              <a:t>Schedules your next revision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SLIDE 8 • 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Current Limitations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Honest technical constraints of our current version and how we handle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47088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33375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1. Free API Speed Limit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C2626"/>
                </a:solidFill>
              </a:rPr>
              <a:t>• The Limit: </a:t>
            </a:r>
            <a:r>
              <a:rPr b="0" sz="1550">
                <a:solidFill>
                  <a:srgbClr val="1E293B"/>
                </a:solidFill>
              </a:rPr>
              <a:t>Google's free Gemini API allows 15 requests per minute per key.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C2626"/>
                </a:solidFill>
              </a:rPr>
              <a:t>• When It Matters: </a:t>
            </a:r>
            <a:r>
              <a:rPr b="0" sz="1550">
                <a:solidFill>
                  <a:srgbClr val="1E293B"/>
                </a:solidFill>
              </a:rPr>
              <a:t>If 50 students use the exact same API key at once, it will slow down.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C2626"/>
                </a:solidFill>
              </a:rPr>
              <a:t>• How We Handle It: </a:t>
            </a:r>
            <a:r>
              <a:rPr b="0" sz="1550">
                <a:solidFill>
                  <a:srgbClr val="1E293B"/>
                </a:solidFill>
              </a:rPr>
              <a:t>Each student enters their own free personal API key in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2057400"/>
            <a:ext cx="33375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2. Internet Needed for AI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The Limit: </a:t>
            </a:r>
            <a:r>
              <a:rPr b="0" sz="1550">
                <a:solidFill>
                  <a:srgbClr val="1E293B"/>
                </a:solidFill>
              </a:rPr>
              <a:t>Generating a new AI code review requires an active internet connection.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When It Matters: </a:t>
            </a:r>
            <a:r>
              <a:rPr b="0" sz="1550">
                <a:solidFill>
                  <a:srgbClr val="1E293B"/>
                </a:solidFill>
              </a:rPr>
              <a:t>In offline college exam halls without internet, live AI calls cannot run.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How We Handle It: </a:t>
            </a:r>
            <a:r>
              <a:rPr b="0" sz="1550">
                <a:solidFill>
                  <a:srgbClr val="1E293B"/>
                </a:solidFill>
              </a:rPr>
              <a:t>The dashboard and past saved reviews still work 100% offline via Local JSON.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2057400"/>
            <a:ext cx="33375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3. Website Layout Updates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The Limit: </a:t>
            </a:r>
            <a:r>
              <a:rPr b="0" sz="1550">
                <a:solidFill>
                  <a:srgbClr val="1E293B"/>
                </a:solidFill>
              </a:rPr>
              <a:t>Reading problem titles and difficulty relies on webpage layout tags.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When It Matters: </a:t>
            </a:r>
            <a:r>
              <a:rPr b="0" sz="1550">
                <a:solidFill>
                  <a:srgbClr val="1E293B"/>
                </a:solidFill>
              </a:rPr>
              <a:t>If LeetCode redesigns its webpage, title detection may need an update.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How We Handle It: </a:t>
            </a:r>
            <a:r>
              <a:rPr b="0" sz="1550">
                <a:solidFill>
                  <a:srgbClr val="1E293B"/>
                </a:solidFill>
              </a:rPr>
              <a:t>We backup-read the problem name directly from the page URL.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SLIDE 9 •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Future Scope &amp; Next Phase Upgrades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Upcoming features to turn AlgoPulse into a complete career and classroom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47088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33375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1. Auto-Push Code to GitHub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59669"/>
                </a:solidFill>
              </a:rPr>
              <a:t>• GitHub Code Insertion: </a:t>
            </a:r>
            <a:r>
              <a:rPr b="0" sz="1550">
                <a:solidFill>
                  <a:srgbClr val="1E293B"/>
                </a:solidFill>
              </a:rPr>
              <a:t>Automatically pushes your best solved code to your GitHub repo in 1 click.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59669"/>
                </a:solidFill>
              </a:rPr>
              <a:t>• Auto-README Badges: </a:t>
            </a:r>
            <a:r>
              <a:rPr b="0" sz="1550">
                <a:solidFill>
                  <a:srgbClr val="1E293B"/>
                </a:solidFill>
              </a:rPr>
              <a:t>Creates a clean README with your 4-Pillar Score and Big-O stats.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59669"/>
                </a:solidFill>
              </a:rPr>
              <a:t>• GitHub PR Checker: </a:t>
            </a:r>
            <a:r>
              <a:rPr b="0" sz="1550">
                <a:solidFill>
                  <a:srgbClr val="1E293B"/>
                </a:solidFill>
              </a:rPr>
              <a:t>Bot that checks team Pull Requests for slow O(N²) loops.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2057400"/>
            <a:ext cx="33375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2. Voice AI &amp; Visual Animations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Voice Mock Interviewer: </a:t>
            </a:r>
            <a:r>
              <a:rPr b="0" sz="1550">
                <a:solidFill>
                  <a:srgbClr val="1E293B"/>
                </a:solidFill>
              </a:rPr>
              <a:t>Talk aloud to an AI interviewer that asks follow-up questions in real time.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Visual Step-by-Step: </a:t>
            </a:r>
            <a:r>
              <a:rPr b="0" sz="1550">
                <a:solidFill>
                  <a:srgbClr val="1E293B"/>
                </a:solidFill>
              </a:rPr>
              <a:t>Animated arrows showing how Two Pointers and Sliding Windows move.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2563EB"/>
                </a:solidFill>
              </a:rPr>
              <a:t>• More Coding Sites: </a:t>
            </a:r>
            <a:r>
              <a:rPr b="0" sz="1550">
                <a:solidFill>
                  <a:srgbClr val="1E293B"/>
                </a:solidFill>
              </a:rPr>
              <a:t>Adding support for Codeforces, AtCoder, and CodeChef.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057400"/>
            <a:ext cx="3337560" cy="4297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2057400"/>
            <a:ext cx="33375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13432"/>
            <a:ext cx="275234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</a:defRPr>
            </a:pPr>
            <a:r>
              <a:t>3. College &amp; Offline AI Mode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Teacher / TA Dashboard: </a:t>
            </a:r>
            <a:r>
              <a:rPr b="0" sz="1550">
                <a:solidFill>
                  <a:srgbClr val="1E293B"/>
                </a:solidFill>
              </a:rPr>
              <a:t>Lets professors see which coding topics the whole class is struggling with.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Copy-Paste Detection: </a:t>
            </a:r>
            <a:r>
              <a:rPr b="0" sz="1550">
                <a:solidFill>
                  <a:srgbClr val="1E293B"/>
                </a:solidFill>
              </a:rPr>
              <a:t>Checks typing patterns to ensure students write code themselves.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D97706"/>
                </a:solidFill>
              </a:rPr>
              <a:t>• 100% Offline AI (Ollama): </a:t>
            </a:r>
            <a:r>
              <a:rPr b="0" sz="1550">
                <a:solidFill>
                  <a:srgbClr val="1E293B"/>
                </a:solidFill>
              </a:rPr>
              <a:t>Runs a small local AI model on lab PCs without needing internet.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63040" y="1234440"/>
            <a:ext cx="9262872" cy="43891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1234440"/>
            <a:ext cx="926287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783080"/>
            <a:ext cx="83484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ALGOPULSE — AI CODE REVIEWER &amp; SKILL INTELLIGENCE</a:t>
            </a:r>
          </a:p>
          <a:p>
            <a:pPr algn="ctr">
              <a:spcAft>
                <a:spcPts val="1400"/>
              </a:spcAft>
              <a:defRPr sz="5600" b="1">
                <a:solidFill>
                  <a:srgbClr val="0F172A"/>
                </a:solidFill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2200" b="1">
                <a:solidFill>
                  <a:srgbClr val="059669"/>
                </a:solidFill>
              </a:defRPr>
            </a:pPr>
            <a:r>
              <a:t>We Welcome Your Questions &amp; Live Demo Requests</a:t>
            </a:r>
          </a:p>
          <a:p>
            <a:pPr algn="ctr">
              <a:defRPr sz="1600">
                <a:solidFill>
                  <a:srgbClr val="475569"/>
                </a:solidFill>
              </a:defRPr>
            </a:pPr>
            <a:r>
              <a:t>Chrome Extension  •  VS Code Extension  •  Web Dashboard (http://localhost:3000)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